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Equipos por piso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Equipos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Bodega</c:v>
                  </c:pt>
                  <c:pt idx="1">
                    <c:v>Piso 3</c:v>
                  </c:pt>
                  <c:pt idx="2">
                    <c:v>Piso 5</c:v>
                  </c:pt>
                  <c:pt idx="3">
                    <c:v>Piso 7</c:v>
                  </c:pt>
                  <c:pt idx="4">
                    <c:v>Piso 4</c:v>
                  </c:pt>
                  <c:pt idx="5">
                    <c:v>Piso 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17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02047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TÉCNICA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Centralizado de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IT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 los inventarios en Excel por un sistema web centralizado, con trazabilidad automática y visibilidad en tiempo real para toda la gerencia.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TI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inventario en Excel ya no alcanza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0409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146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inconsistentes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valor de RAM aparece escrito de tres formas distintas ("8GB", "8 GB", "8gb"), lo que impide cualquier análisis confiable.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920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0409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8232" y="25146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trazabilidad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28232" y="289864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queda registro de quién tuvo cada equipo, cuándo cambió de estado o quién autorizó el cambio.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976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41838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8920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visibilidad remota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04672" y="527608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jefes en otros edificios dependen de pedir el archivo para saber el estado real del inventario.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2976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41838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28232" y="48920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28232" y="527608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edificio nuevo agrega otro Excel desconectado, con el mismo riesgo de errores y duplicados.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compartido vs. Sistema propuesto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"/>
          </a:xfrm>
          <a:prstGeom prst="roundRect">
            <a:avLst>
              <a:gd name="adj" fmla="val 13333"/>
            </a:avLst>
          </a:prstGeom>
          <a:solidFill>
            <a:srgbClr val="FBEE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3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compartido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349240" cy="411480"/>
          </a:xfrm>
          <a:prstGeom prst="roundRect">
            <a:avLst>
              <a:gd name="adj" fmla="val 13333"/>
            </a:avLst>
          </a:prstGeom>
          <a:solidFill>
            <a:srgbClr val="E6F7FA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Inventario 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256032" cy="256032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088" y="2539472"/>
            <a:ext cx="133137" cy="1331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4597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Ninguno: cualquiera con el archivo puede editar todo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2478024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808" y="2539472"/>
            <a:ext cx="133137" cy="1331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0" y="24597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definidos: Admin, IT y Observador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3044952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cambios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3344144"/>
            <a:ext cx="133137" cy="1331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264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282696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808" y="3344144"/>
            <a:ext cx="133137" cy="1331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0" y="3264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Automático, con notas aclaratorias opcionales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3849624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Duplicados y errores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087368"/>
            <a:ext cx="256032" cy="256032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8" y="4148816"/>
            <a:ext cx="133137" cy="13313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440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Frecuentes (seriales repetidos, formatos distintos)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309360" y="4087368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0808" y="4148816"/>
            <a:ext cx="133137" cy="1331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7512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normalizados y validados al guardar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548640" y="4654296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 remota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548640" y="4892040"/>
            <a:ext cx="256032" cy="256032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088" y="4953488"/>
            <a:ext cx="133137" cy="13313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14400" y="4873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que pedir el archivo y esperar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6309360" y="4892040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0808" y="4953488"/>
            <a:ext cx="133137" cy="133137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675120" y="4873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en tiempo real desde cualquier equipo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548640" y="5458968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a otro edificio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548640" y="5696712"/>
            <a:ext cx="256032" cy="256032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088" y="5758160"/>
            <a:ext cx="133137" cy="133137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14400" y="56784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archivo nuevo, aislado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6309360" y="569671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0808" y="5758160"/>
            <a:ext cx="133137" cy="13313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675120" y="56784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sistema, mismo formato, sin fricción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sistema, cuatro pilares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0409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146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en tiempo real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 inventario al instante: equipos por piso, por modelo, por estado y por especificación técnica.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920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0409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8232" y="25146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y permisos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28232" y="289864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IT y Observador: cada usuario ve y hace exactamente lo que corresponde a su función.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976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41838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8920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automático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04672" y="527608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cambio de estado o de responsable queda registrado solo, con quién, cuándo y una nota opcional.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2976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41838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28232" y="48920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tareas IT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28232" y="527608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visible para toda la gerencia con el progreso de cada tarea del equipo técnico.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PREVIA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 en el día a día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 inventario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18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gestionados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91840" y="3218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4636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91840" y="4636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revisión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 del edificio piloto, cargados y en producción.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309360" y="1691640"/>
          <a:ext cx="5349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ACCESO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permisos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10896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657600"/>
                <a:gridCol w="267919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Puede 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Puede modificar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Pensado para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el sistema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Equipos, usuarios y tareas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 de 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el sistema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Equipos y tareas (no usuarios)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Técnicos de soporte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Observador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(solo lectura)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Jefes y gerencia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"Observador" fue diseñado específicamente para que la gerencia tenga visibilidad total sin poder alterar los datos.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cambio queda registrado, sin esfuerzo manual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detecta automáticamente cualquier modificación a un equipo y guarda quién la hizo y cuándo. Opcionalmente se puede agregar una nota aclaratoria.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746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8062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5603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Estado: Disponible → En uso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54480" y="298094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Juan Pérez (IT)  ·  hace 2 horas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400050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41321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886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asignado: (vacío) → María Gómez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554480" y="43068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Admin  ·  hace 1 día  ·  nota: "Se le entregó tras alta de personal"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532638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54580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Piso: Bodega → Piso 3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54480" y="56327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Carlos (IT)  ·  hace 3 días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 y por qué se eligió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090318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7919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4672" y="293522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319272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moderna y rápida, sin recargar la página en cada acción.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4256" y="16916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1947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2090318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267919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90288" y="293522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0288" y="3319272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lenguaje (JavaScript) en frontend y backend: más simple de mantener.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19872" y="16916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5904" y="1947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090318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5904" y="267919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375904" y="293522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75904" y="3319272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Soporta múltiples usuarios a la vez y escala sin límite de filas ni edificios.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5262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4782312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91398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672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600200" y="49469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+ PM2: ya en funcionamiento en el edificio piloto, con arranque automático.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de licencias: cero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LICENCIAS DE SOFTWARE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Node.js, Express y PostgreSQL son tecnologías de código abierto, sin costo de licenciamiento ni pagos recurrentes.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1691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costo real de "seguir con Excel"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331720"/>
            <a:ext cx="292608" cy="292608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5066" y="2401946"/>
            <a:ext cx="152156" cy="1521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73752" y="23317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trabajo perdidas corrigiendo datos duplicados o mal escritos.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3108960"/>
            <a:ext cx="292608" cy="292608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066" y="3179186"/>
            <a:ext cx="152156" cy="1521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73752" y="31089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control de acceso: cualquiera con el archivo puede borrar o alterar información.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434840" y="3886200"/>
            <a:ext cx="292608" cy="292608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066" y="3956426"/>
            <a:ext cx="152156" cy="1521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73752" y="38862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auditoría: imposible reconstruir qué pasó con un equipo si hay un reclamo.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434840" y="4663440"/>
            <a:ext cx="292608" cy="292608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066" y="4733666"/>
            <a:ext cx="152156" cy="1521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73752" y="46634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edificio nuevo repite el mismo problema, multiplicando el riesgo.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gana la empresa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0409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146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riesgo de pérdida de información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inventario deja de depender de un archivo local que se puede corromper o extraviar.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920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0409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8232" y="25146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ante auditorías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28232" y="289864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reconstruir en segundos quién tuvo cada equipo y cuándo cambió de manos.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976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41838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8920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 real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04672" y="527608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sistema se replica en otros edificios sin costo adicional de licencias.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2976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41838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28232" y="48920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 ejecutiva sin fricción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28232" y="5276088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jefes dejan de depender de pedir reportes; entran y ven el estado actual cuando quieran.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en funcionamiento: próximos pasos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una idea en papel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18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migrados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91840" y="3218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Edificio piloto activo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4636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 acceso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91840" y="4636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con trazabilidad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76288" y="23042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 del sistema funcionando (15 minutos).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76288" y="33558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el segundo edificio piloto para expandir.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3891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76288" y="44074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acceso remoto para jefes fuera de la red interna.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4825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¿Avanzamos con la demo en vivo?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TI  ·  Sistema Inventario 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Centralizado de Inventario IT</dc:title>
  <dc:subject>PptxGenJS Presentation</dc:subject>
  <dc:creator>Equipo de TI</dc:creator>
  <cp:lastModifiedBy>Equipo de TI</cp:lastModifiedBy>
  <cp:revision>1</cp:revision>
  <dcterms:created xsi:type="dcterms:W3CDTF">2026-07-03T11:58:49Z</dcterms:created>
  <dcterms:modified xsi:type="dcterms:W3CDTF">2026-07-03T11:58:49Z</dcterms:modified>
</cp:coreProperties>
</file>